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58" r:id="rId3"/>
    <p:sldId id="267" r:id="rId4"/>
    <p:sldId id="268" r:id="rId5"/>
    <p:sldId id="263" r:id="rId6"/>
    <p:sldId id="260" r:id="rId7"/>
    <p:sldId id="269" r:id="rId8"/>
    <p:sldId id="270" r:id="rId9"/>
    <p:sldId id="271" r:id="rId10"/>
    <p:sldId id="272" r:id="rId11"/>
    <p:sldId id="264" r:id="rId12"/>
    <p:sldId id="273" r:id="rId20"/>
    <p:sldId id="265" r:id="rId13"/>
    <p:sldId id="26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F00"/>
    <a:srgbClr val="FFA401"/>
    <a:srgbClr val="FFFDE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9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38" y="18574"/>
            <a:ext cx="12165123" cy="68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13811"/>
            <a:ext cx="1218417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4284"/>
            <a:ext cx="12184175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189807" y="256797"/>
            <a:ext cx="11812386" cy="580915"/>
            <a:chOff x="189807" y="256797"/>
            <a:chExt cx="11812386" cy="580915"/>
          </a:xfrm>
        </p:grpSpPr>
        <p:grpSp>
          <p:nvGrpSpPr>
            <p:cNvPr id="10" name="그룹 9"/>
            <p:cNvGrpSpPr/>
            <p:nvPr/>
          </p:nvGrpSpPr>
          <p:grpSpPr>
            <a:xfrm>
              <a:off x="8161715" y="256797"/>
              <a:ext cx="3840478" cy="340519"/>
              <a:chOff x="6733312" y="182882"/>
              <a:chExt cx="3840478" cy="34051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733312" y="182882"/>
                <a:ext cx="2419001" cy="340519"/>
              </a:xfrm>
              <a:prstGeom prst="roundRect">
                <a:avLst/>
              </a:prstGeom>
              <a:solidFill>
                <a:srgbClr val="FF6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2026 </a:t>
                </a:r>
                <a:r>
                  <a:rPr lang="ko-KR" altLang="en-US" sz="1400" dirty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관광데이터 활용 공모전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246526" y="182882"/>
                <a:ext cx="1327264" cy="340519"/>
              </a:xfrm>
              <a:prstGeom prst="roundRect">
                <a:avLst/>
              </a:prstGeom>
              <a:solidFill>
                <a:srgbClr val="FFFDE7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웹〮앱 개발 부문</a:t>
                </a: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189807" y="791993"/>
              <a:ext cx="11812386" cy="45719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9448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02065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팀 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>
                          <a:solidFill>
                            <a:srgbClr val="000000"/>
                          </a:solidFill>
                        </a:rPr>
                        <a:t>쉼마루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>
                          <a:solidFill>
                            <a:srgbClr val="000000"/>
                          </a:solidFill>
                        </a:rPr>
                        <a:t>쉼(休)마루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95055"/>
              </p:ext>
            </p:extLst>
          </p:nvPr>
        </p:nvGraphicFramePr>
        <p:xfrm>
          <a:off x="287250" y="1218429"/>
          <a:ext cx="11649825" cy="4750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547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쉼(休)마루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731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웹 서비스 — 설치 없이 쓰는 모바일 우선 PWA · 한·영·일·중 4개 언어 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1030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경상북도 22개 시군의 전통문화 여행지를 한 곳에서 찾고, 지역·기간·취향·동반만 고르면 이동 동선·날씨·축제까지 반영한 일차별 여행 코스를 자동으로 완성해 주는 여행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244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주제 선정 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① 정보가 흩어져 있습니다 — 한옥 숙소·전통체험·문화재·전통시장·축제 정보가 서로 다른 사이트에 나뉘어 있어, 여행자가 직접 모아 코스를 짜야 합니다.</a:t>
                      </a:r>
                    </a:p>
                    <a:p>
                      <a:r>
                        <a:rPr lang="ko-KR" altLang="en-US" dirty="0"/>
                        <a:t>② 여행이 한쪽으로 쏠립니다 — 경북 관광은 경주·안동에 집중되고, 전통문화 자원이 풍부한 봉화·청송·영양 등 내륙 시군은 상대적으로 덜 찾습니다.</a:t>
                      </a:r>
                    </a:p>
                    <a:p>
                      <a:r>
                        <a:rPr lang="ko-KR" altLang="en-US" dirty="0"/>
                        <a:t>③ 쉼마루는 한국관광공사 OpenAPI로 흩어진 정보를 하나로 통합하고, 시군별 방문자 통계를 근거로 덜 알려진 지역에 추천 가중치를 부여해 ‘정보 탐색’과 ‘지역 쏠림’을 동시에 해결합니다.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132764"/>
              </p:ext>
            </p:extLst>
          </p:nvPr>
        </p:nvGraphicFramePr>
        <p:xfrm>
          <a:off x="287250" y="1218429"/>
          <a:ext cx="11649826" cy="473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1. 전통문화 통합 탐색 — 한옥·서원·사찰·전통체험·전통시장·축제 등 경북 22개 시군 관광정보를 카테고리·키워드·거리순으로 한 화면에서 검색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2. 상세 정보·예약 원스톱 연결 — 소개·운영시간·연락처·홈페이지(예약 링크)·사진을 한 화면에 모아 예약·문의까지 바로 연결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3. 맞춤형 코스 자동 생성 — 지역·기간·취향·동반만 고르면 이동 동선과 날씨를 반영한 일차별 일정을 자동 구성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4. 코스 편집·지도·공유 — 보기/수정 모드 분리, 일차별 지도 확인, 순서 변경·장소 추가·삭제 후 동선 재최적화, 찜·카카오톡 공유·코스 키 공동 편집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5. 숨은 경북 발견 — 시군별 방문자 통계로 계산한 한적지수로 봉화·청송·영양 등 덜 알려진 지역을 우선 추천하고, ‘지금 경북’ 화면에서 시군별 방문 통계 제공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6. 축제 캘린더 — 진행·예정 중인 경북 축제를 한눈에 확인하고, 여행 날짜에 열리는 축제만 코스에 자동 연계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7. 모두를 위한 접근성 — 무장애·반려동물 동반 조건을 코스에 반영, 한·영·일·중 4개 언어, 앱 설치 없이 모바일 웹으로 바로 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559681"/>
              </p:ext>
            </p:extLst>
          </p:nvPr>
        </p:nvGraphicFramePr>
        <p:xfrm>
          <a:off x="287250" y="1218429"/>
          <a:ext cx="11649826" cy="499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84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[대표 이미지 1개 삽입]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쉼마루 로고 — 정사각(1:1), 배경 여백 포함 PNG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434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[주요 화면 이미지 4개 삽입]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① 홈 — 검색바에서 조건 선택   ② 카테고리 — 조건 바·목록 결과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③ 코스 결과 — 일차별 일정표   ④ 코스 지도 — 방문 순서·동선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522707"/>
              </p:ext>
            </p:extLst>
          </p:nvPr>
        </p:nvGraphicFramePr>
        <p:xfrm>
          <a:off x="287250" y="1218429"/>
          <a:ext cx="11649825" cy="5079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944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특화 </a:t>
                      </a:r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지역명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서울 제외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경상북도 (22개 시군 전역)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35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구현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경북 전통문화 통합 탐색 — 22개 시군을 시군구 코드 단위로 조회해 한옥·서원·사찰·전통체험·전통시장·축제 등 전통문화 자원만 선별해 제공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숨은 지역 우선 추천 — 시군별 방문자 통계로 ‘한적지수’를 계산해, 방문이 적은 내륙 시군(봉화·청송·영양 등)의 자원에 추천 가중치 부여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경북형 동선 설계 — 시군 간 이동거리가 긴 경북의 지리 특성을 반영해 한 생활권으로 장소를 묶고, 이동거리가 최소가 되도록 일정을 재배치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지역 축제 연계 — 여행 날짜에 실제로 열리는 경북 축제만 골라 주변 관광지와 함께 코스에 편성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경북 문화 코드 검색 — 서원·고택·탈춤·가야·신라 등 지역 고유 키워드로 전통문화 자원을 바로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5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카테고리 화면에서 카테고리를 고른다.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조건 바에서 지역(시군)과 정렬을 좁힌다.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경북 특화 키워드로 검색하거나 ‘무장애’만 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목록과 지도에서 결과를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경북 전통문화 통합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한옥·템플스테이·전통체험·문화재·전통시장·축제를 카테고리와 경북 특화 키워드(서원·고택·탈춤·가야·신라)로 한 화면에서 찾고, 지도·목록·거리순으로 확인하는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탐색 결과에서 장소를 선택한다.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대표 이미지·소개·운영정보를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연락처·홈페이지·예약 링크와 연관 추천을 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예약·문의로 바로 이동하거나 찜한다.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상세 정보 · 예약 링크 원스톱 연결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관광공사 API의 소개·운영정보·연락처·홈페이지를 한 화면에 모아 예약·문의 채널까지 바로 연결하고, ‘함께 찾은 곳’ 연관 추천으로 다음 장소를 이어 주는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홈 검색바에서 지역·출발일·도착일을 고른다.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취향과 동반(무장애·반려동물 등)을 고른다.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‘검색하기’를 누르면 코스가 자동 생성된다.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‘수정’에서 순서·장소를 바꾸면 동선이 재최적화된다.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여행 코스 자동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홈 검색바에서 지역·기간·취향·동반만 고르면 장소를 점수화해 고르고, 이동거리가 최소가 되도록 일차별 일정을 짜는 기능입니다. 한 생활권으로 동선을 묶어 장거리 이동을 막고, 비 예보일은 실내 위주로 구성하며, 찜한 장소와 여행 기간의 축제를 함께 반영합니다.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코스 화면에서 지도와 일차별 일정을 함께 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일차 칩으로 그날 방문 순서·구간 거리를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코스를 찜하거나 카카오톡으로 공유한다.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코스 키(QR·링크)로 친구와 함께 편집한다.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지도 동선 · 찜 ·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코스를 지도 위 방문 순서와 구간 거리로 보여 주고, 일차 칩으로 그날 동선만 따로 볼 수 있습니다. 찜·카카오톡 공유와 코스 키(QR·링크) 기반 실시간 공동 편집으로 친구·가족과 함께 계획합니다.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4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검색바 취향에서 ‘한적한 코스’를 고른다.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한적지수가 높은 시군 자원이 우선 추천된다.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‘지금 경북’에서 이번 주말 한적한 시군을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4. 그 시군으로 바로 코스를 만든다.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숨은 경북 · 데이터 인사이트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관광 데이터랩의 시군별 방문자 통계로 한적지수를 계산해 방문이 적은 내륙 시군의 전통문화 자원을 우선 추천하고, 시군별 방문 통계와 이번 주말 한적한 시군을 ‘지금 경북’ 화면으로 보여 주는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6201855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한국관광공사 OpenAPI 리스트 (1/2)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한국관광공사 국문 관광정보 서비스 (KorService2)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경북(areaCode=35) 22개 시군구 코드로 관광지·숙박·체험·문화시설을 수집하고(지역기반·위치기반), 서원·고택·탈춤 등 경북 특화 키워드로 검색하며(키워드 검색), 상세 화면의 소개·운영시간·연락처·홈페이지·이미지를 제공(공통·소개·이미지)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영문·일문·중문 관광정보 서비스 (EngService2 · JpnService2 · ChsService2)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언어 설정(English·日本語·中文)에 따라 같은 화면이 해당 언어 API 로 자동 전환되어 외국인 관광객에게 현지어 정보를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무장애 여행정보 서비스 (KorWithService2)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휠체어·유모차 등 접근성 정보를 조회해 탐색의 ‘무장애’ 필터와 동반 조건 선택 시 접근성이 확인된 장소를 우선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 dirty="0">
                <a:solidFill>
                  <a:schemeClr val="bg1"/>
                </a:solidFill>
              </a:rPr>
              <a:t>API, </a:t>
            </a:r>
            <a:r>
              <a:rPr lang="ko-KR" altLang="en-US" sz="1400" b="1" dirty="0" err="1">
                <a:solidFill>
                  <a:schemeClr val="bg1"/>
                </a:solidFill>
              </a:rPr>
              <a:t>파일데이터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26099"/>
              </p:ext>
            </p:extLst>
          </p:nvPr>
        </p:nvGraphicFramePr>
        <p:xfrm>
          <a:off x="174566" y="1646098"/>
          <a:ext cx="11628657" cy="252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행정안전부 전국문화축제 표준데이터 (공공데이터포털 OpenAPI)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경북 축제의 일정·장소·주최 정보를 받아 축제 캘린더를 구성하고, 여행 기간과 겹치는 축제만 코스에 연계하며, ‘지금 경북’ 에서 이번 주말 시군별 축제 여부를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기상청 단기예보 조회서비스 (공공데이터포털 OpenAPI)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여행 날짜의 강수확률(POP)을 조회해 비 예보일에는 실내 장소를, 맑은 날에는 실외 장소를 우선 배치하고, ‘지금 경북’ 의 주말 날씨를 함께 제공 (예보 범위를 벗어나면 평년 강수 경향으로 대체)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카카오맵 JavaScript SDK · 카카오톡 공유 SDK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코스의 방문 순서와 이동 동선을 지도에 표시하고(일차별 보기 포함), 완성한 코스를 카카오톡으로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한국불교문화사업단 템플스테이 포털 (templestay.com)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경북 템플스테이 운영 사찰 목록을 연계해 전통 숙박 카테고리와 템플스테이 테마 코스를 보강 (OpenAPI 미제공 화면이라 서버 프록시로 목록만 파싱)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82877"/>
              </p:ext>
            </p:extLst>
          </p:nvPr>
        </p:nvGraphicFramePr>
        <p:xfrm>
          <a:off x="287250" y="1218429"/>
          <a:ext cx="11649825" cy="5168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통합 플랫폼 — 숙박·체험·관광·전통시장·축제를 한 곳에서 탐색하고 예약 링크까지 연결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완성형 코스 — 이동거리를 최소화한 일차별 일정을 자동 구성(비 오는 날 실내 / 맑은 날 실외), 보기·수정 모드 분리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경북 특화 — 시군구 코드·경북 문화 키워드로 전통문화 자원만 선별, 방문이 적은 내륙 시군을 우선 노출해 관광 쏠림 완화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함께 계획 — 로그인 없이 코스 키(QR·링크) 하나로 친구·가족과 실시간 공동 편집, 카카오톡 공유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포용·다국어 — 무장애·반려동물 동반 조건 반영, 한·영·일·중 4개 언어, 설치 없는 PWA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제안서 대비 추가 구현 — 날씨 기반 실내/실외 코스, 코스 편집·동선 재최적화, 로그인 없는 실시간 협업, 축제 캘린더, 데이터 인사이트·한적지수, 무장애·반려동물 코스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발전계획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단기 — 경북 전통문화 여행의 표준 플랫폼: 안동·경주·영주 거점의 완성도를 높이고, 쌓인 코스·찜 데이터로 봉화·청송·고령 등 소외 거점으로 확대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중기 — 외국인 인바운드 창구: 4개 언어를 바탕으로 경북문화관광공사·시군 문화관광과와 협력해 콘텐츠 신뢰도와 범위를 확장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장기 — 경북 전통문화 생태계 활성화: 한옥 숙소·전통체험 업체·향토 음식점과 여행자를 연결하고, 코스·찜 데이터를 지역 관광 정책의 실증 자료로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74567" y="1101012"/>
            <a:ext cx="6201855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한국관광공사 OpenAPI 리스트 (2/2)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한국관광공사 반려동물 동반여행 서비스 (KorPetTourService2)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반려동물 동반 가능 여부·동반 조건을 조회해 동반 선택 시 입장 가능한 장소 위주로 코스를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관광지 연관 추천 정보 서비스 (TarRlteTarService1 · 관광 빅데이터)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실제 방문자의 동반 방문 패턴으로 장소 상세 화면에 ‘함께 찾은 곳’을 추천하고 코스 후보를 확장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한국관광 데이터랩 (DataLabService · 관광 빅데이터)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경북 시군별 방문자 통계로 ‘한적지수’를 계산해 방문이 적은 시군에 추천 가중치를 부여하고, ‘지금 경북’ 화면의 시군별 랭킹과 이번 주말 한적 시군을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관광공모전 사진 수상작 서비스 (PhokoAwrdService)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법정동 시도 코드로 경상북도 수상 사진을 선별해 홈·테마 화면의 대표 이미지로 사용 (공공누리 제1유형, 출처 표기)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1322</Words>
  <Application>Microsoft Office PowerPoint</Application>
  <PresentationFormat>와이드스크린</PresentationFormat>
  <Paragraphs>155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오피스계정 엔키아</cp:lastModifiedBy>
  <cp:revision>66</cp:revision>
  <dcterms:created xsi:type="dcterms:W3CDTF">2026-07-07T05:25:59Z</dcterms:created>
  <dcterms:modified xsi:type="dcterms:W3CDTF">2026-09-19T08:52:49Z</dcterms:modified>
</cp:coreProperties>
</file>